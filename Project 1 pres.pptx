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8"/>
  </p:notesMasterIdLst>
  <p:handoutMasterIdLst>
    <p:handoutMasterId r:id="rId9"/>
  </p:handoutMasterIdLst>
  <p:sldIdLst>
    <p:sldId id="312" r:id="rId5"/>
    <p:sldId id="304" r:id="rId6"/>
    <p:sldId id="281" r:id="rId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5388" autoAdjust="0"/>
  </p:normalViewPr>
  <p:slideViewPr>
    <p:cSldViewPr snapToGrid="0" snapToObjects="1">
      <p:cViewPr varScale="1">
        <p:scale>
          <a:sx n="105" d="100"/>
          <a:sy n="105" d="100"/>
        </p:scale>
        <p:origin x="756" y="11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elissamonfared/board-game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Project 1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Board game store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834640"/>
            <a:ext cx="9444037" cy="3207344"/>
          </a:xfrm>
        </p:spPr>
        <p:txBody>
          <a:bodyPr>
            <a:normAutofit/>
          </a:bodyPr>
          <a:lstStyle/>
          <a:p>
            <a:r>
              <a:rPr lang="en-US" sz="2000" dirty="0"/>
              <a:t>Board game data from </a:t>
            </a:r>
            <a:r>
              <a:rPr lang="en-US" sz="2000" dirty="0">
                <a:hlinkClick r:id="rId3"/>
              </a:rPr>
              <a:t>https://www.kaggle.com/datasets/melissamonfared/board-games</a:t>
            </a:r>
            <a:endParaRPr lang="en-US" sz="2000" dirty="0"/>
          </a:p>
          <a:p>
            <a:r>
              <a:rPr lang="en-US" sz="2000" dirty="0"/>
              <a:t>Tech stack:</a:t>
            </a:r>
          </a:p>
          <a:p>
            <a:r>
              <a:rPr lang="en-US" sz="2000" dirty="0"/>
              <a:t>MongoDB</a:t>
            </a:r>
          </a:p>
          <a:p>
            <a:r>
              <a:rPr lang="en-US" sz="2000" dirty="0"/>
              <a:t>Python</a:t>
            </a:r>
          </a:p>
          <a:p>
            <a:r>
              <a:rPr lang="en-US" sz="2000" dirty="0"/>
              <a:t>Git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r>
              <a:rPr lang="en-US" dirty="0"/>
              <a:t>ERD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A80FC32-C0FF-511D-BE53-8C9942459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912" y="547186"/>
            <a:ext cx="6431280" cy="601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{C5D1D704-3D24-475B-89D9-96E89B28DFF4}tf78438558_win32</Template>
  <TotalTime>664</TotalTime>
  <Words>30</Words>
  <Application>Microsoft Office PowerPoint</Application>
  <PresentationFormat>Widescreen</PresentationFormat>
  <Paragraphs>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Black</vt:lpstr>
      <vt:lpstr>Calibri</vt:lpstr>
      <vt:lpstr>Sabon Next LT</vt:lpstr>
      <vt:lpstr>Custom</vt:lpstr>
      <vt:lpstr>Project 1</vt:lpstr>
      <vt:lpstr>Board game store</vt:lpstr>
      <vt:lpstr>ERD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Matthew Larson</dc:creator>
  <cp:lastModifiedBy>Matthew Larson</cp:lastModifiedBy>
  <cp:revision>1</cp:revision>
  <dcterms:created xsi:type="dcterms:W3CDTF">2025-01-13T03:34:32Z</dcterms:created>
  <dcterms:modified xsi:type="dcterms:W3CDTF">2025-01-13T14:38:40Z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